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FieldTheory AI (VisionPlay)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Spatio-Temporal Graph Intelligence Engine</a:t>
            </a:r>
          </a:p>
          <a:p>
            <a:r>
              <a:t>Software Engineering &amp; Project Management Presentation</a:t>
            </a:r>
          </a:p>
          <a:p>
            <a:r>
              <a:t>Team Size: 3 Engineers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Scope of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FieldTheory AI is an elite-tier tactical intelligence platform for sports.</a:t>
            </a:r>
          </a:p>
          <a:p>
            <a:r>
              <a:t>Scope &amp; Economic Aspects: Moves beyond event-based stats (e.g., pass completion) to structural health and graph theory, providing venture-scale value to sports analysts.</a:t>
            </a:r>
          </a:p>
          <a:p>
            <a:r>
              <a:t>Core Functionality: Translates raw video footage into a temporal weighted graph to predict tactical collapses.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Life Cycle Model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Used: Rapid Prototyping &amp; Agile/Iterative Model</a:t>
            </a:r>
          </a:p>
          <a:p>
            <a:r>
              <a:t>Why?: Built under strict hackathon time constraints, requiring rapid iteration between the CV pipeline and the UI.</a:t>
            </a:r>
          </a:p>
          <a:p>
            <a:r>
              <a:t>Extreme Programming (XP) Elements: Continuous integration (Next.js + FastAPI), pair programming, and rapid refactoring (e.g., swapping Turbopack for Webpack on the fly).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Organization &amp;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Democratic Team Approach (Team of 3 Engineers)</a:t>
            </a:r>
          </a:p>
          <a:p>
            <a:r>
              <a:t>Collaboration: Equal weight in design decisions, with specialized roles (Frontend UI, Graph Math Engine, CV Pipeline).</a:t>
            </a:r>
          </a:p>
          <a:p>
            <a:r>
              <a:t>Synchronize &amp; Stabilize: Daily syncing of the WebSocket endpoints between the Python backend and React frontend.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Elicitation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Client/User Needs: Coaches need visual, real-time tactical intelligence, not spreadsheets.</a:t>
            </a:r>
          </a:p>
          <a:p>
            <a:pPr lvl="1"/>
            <a:r>
              <a:t>Action: Uploads footage -&gt; Views Graph Entropy -&gt; Simulates Lynchpin removal.</a:t>
            </a:r>
          </a:p>
          <a:p>
            <a:r>
              <a:t>Non-Functional Requirements: High-performance streaming (low latency WebSockets), visual cinematic quality (Framer Motion).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 Design, Cohesion &amp; 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Architecture: Client-Server Model (Next.js + FastAPI + Supabase)</a:t>
            </a:r>
          </a:p>
          <a:p>
            <a:r>
              <a:t>High Cohesion: The CV Engine (YOLO) and Graph Engine (NetworkX) are highly cohesive, handling distinct logical tasks.</a:t>
            </a:r>
          </a:p>
          <a:p>
            <a:r>
              <a:t>Low Coupling: The frontend UI is fully decoupled from the mathematical engine, communicating strictly via WebSocket JSON payloads.</a:t>
            </a:r>
          </a:p>
          <a:p>
            <a:r>
              <a:t>Data Encapsulation: Tactical context and authentication states are encapsulated using React Context (e.g., AuthContext, TacticalContext).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 Laplacian &amp; Spectral Entropy: Evaluates overall formation stability (Fiedler value).</a:t>
            </a:r>
          </a:p>
          <a:p>
            <a:r>
              <a:t>Tarjan’s Algorithm: Identifies Articulation Points (Lynchpin players).</a:t>
            </a:r>
          </a:p>
          <a:p>
            <a:r>
              <a:t>Floyd-Warshall Algorithm: Computes the Team Diameter to measure compactness.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Testing &amp; SQA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Strategy: Incremental and Integration Testing</a:t>
            </a:r>
          </a:p>
          <a:p>
            <a:r>
              <a:t>Integration Testing: Verifying the WebSocket streaming between Uvicorn/FastAPI and the Next.js React-Flow graphs.</a:t>
            </a:r>
          </a:p>
          <a:p>
            <a:r>
              <a:t>Black Box Testing: Simulating user clicks on 'Neutralize Player' to ensure the graph fractures correctly without crashing.</a:t>
            </a:r>
          </a:p>
          <a:p>
            <a:r>
              <a:t>Exception Handling: Safely catching Supabase database write errors and Turbopack compiler panics.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Management &amp; 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Change Management: Pivoted from a generic analytics dashboard to a 'Spatio-Temporal Graph Engine' for competitive advantage.</a:t>
            </a:r>
          </a:p>
          <a:p>
            <a:pPr lvl="1"/>
            <a:r>
              <a:t>Mitigation: Implemented a robust Mock Auth bypass to ensure the presentation/demo remained flawless.</a:t>
            </a:r>
          </a:p>
          <a:p>
            <a:r>
              <a:t>Configuration Management: Managed `.env` variables for Supabase and local WebSocket routing.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Closure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Status: Live Engine and Dashboard are fully operational.</a:t>
            </a:r>
          </a:p>
          <a:p>
            <a:pPr lvl="1"/>
            <a:r>
              <a:t>PDF Tactical Audits and full interactive Sandbox.</a:t>
            </a:r>
          </a:p>
          <a:p>
            <a:r>
              <a:t>Closure Analysis: The project successfully integrates advanced mathematical theory with a high-performance web interface, satisfying the SEPM paradigms of robust architecture, iterative prototyping, and decoupled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